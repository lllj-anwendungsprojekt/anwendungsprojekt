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219E7E-B834-96E2-D38E-EB3FE42DC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275B8F-783E-E03E-CFFE-E098665BF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864F87-5EA6-EDBC-14BC-0B7466B3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A0A77A-F3AA-EA63-D2F9-ED53BAD0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DA8EC6-A06A-316D-FDAB-DBCDB42D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994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6B112A-47C3-B8C0-FC80-190BA549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169F0A-A614-D4A3-E415-E9CB8EC3A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300B98-4459-7808-DC5C-4B5D84A10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4E4437-702C-E894-D8E9-00E53E9F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3C7B11-F8A5-FBB4-4EB6-4B26E22B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9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4CB7C-8179-2027-4DC4-871139FD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155DD3-9344-95DC-9ABA-24F2ED1F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93D7A5-A5C9-8930-5311-0A12CB8C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7F343C-5BDB-9DE3-9809-2F6AF9BC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AEF903-6BCE-C120-D47D-01A39A4E6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974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187ED-7C10-0326-0E46-BDF8CC23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500112-7DCB-B6A3-8D86-361CF3B9F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337D69-E3C4-E305-F66E-34BD83967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FB1219-A07E-A01A-2F7D-B498E072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1EEEBB-FB46-5F11-D0AB-C6C8B4EF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05E256-E5BB-76B1-D399-FA14290C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640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B11ACF-C9C2-0A82-280D-C2D6DE224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821F75-A59A-726E-FC1D-4C56DC540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B4A860-F824-09AD-1F08-5B5B4B253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F56E4C2-C197-3D98-7775-D47AB04C5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FAF090-CCF5-2FF4-907E-B5B220FDB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41B650-B215-AB6D-69D3-BA3D865A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3F183EC-B4BF-B8ED-31E7-80117ABB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9F5480-2150-DD9B-8D65-BA2C961A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557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A6E1E-218B-80E6-B1EB-262A63C5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910F86E-0255-7A7A-29A7-80368AC0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66F956B-9529-4BA3-86F0-2204E3BB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489F1-6343-621E-7908-741CCBB1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425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4F62D8-FD9D-CA08-B76D-772DF8E4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5DD4A7-BDAE-BBDE-EF5E-6242CDA4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024A77-2F74-AA3F-84B8-A9B03693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36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59CEF7-2B16-40CD-4A43-25464629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20564F-17BC-492E-05E3-0373A7EDD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F030777-DA81-F270-C87C-86020EC54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6907B5-0A18-AF8A-C4BA-8DB527494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9FE287-17C6-7F4E-6724-E7D33F4C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EB91D5-A914-D49C-7714-D5E713FB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2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AB3796-B43E-B642-018D-27736A5A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17B1BB2-595C-4CCD-FE22-685C8F161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A5565E-D3DC-F657-904F-290123624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F3EC0-6579-3817-FB1D-1DE1878D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4B1895-A129-9C51-7DD6-38C6091ED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0CAAC2-31A8-2DC8-262F-3EDF7083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256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214827-DABB-F1FE-4E1A-4A1E2672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D0213AA-AF15-F431-675D-0DF7567E7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CC6F02-1828-068C-25D8-F75B62C2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2C65A8-09FC-334E-0973-4E2A1C6EB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EB2C63-09BE-694B-D1EC-CA34A297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307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BA1083-D56E-5CA1-8AC7-05DFB6160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2E76E6-074A-8436-4F3C-E0C47B8AA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95B1F1-8053-B2FF-59FB-7C609A38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6ABDF7-93E9-BA26-021D-6B7E910D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EE895F-2532-25A8-A81B-A2FF3C21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170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F0ECED2-BB11-527C-71BF-A22D41F60E42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765506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424" imgH="425" progId="TCLayout.ActiveDocument.1">
                  <p:embed/>
                </p:oleObj>
              </mc:Choice>
              <mc:Fallback>
                <p:oleObj name="think-cell Folie" r:id="rId14" imgW="424" imgH="42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1EF4B6D-8DA4-C587-49E3-54047C18D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A31329-C61E-CA19-C877-41A8368BA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C3FC07-E321-4217-3420-FFF42F641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41702-4279-4EA6-ADFA-7AD8140E22DE}" type="datetimeFigureOut">
              <a:rPr lang="de-DE" smtClean="0"/>
              <a:t>03.06.2026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254095-84DC-3484-564B-8AF44F334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9B4593-0CC5-A393-4E38-3E5863D63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C16DF-5920-41B5-8E89-F6B5B7D78B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192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7108BDE-E849-BF30-E362-53E430C0A6A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17154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4" imgH="425" progId="TCLayout.ActiveDocument.1">
                  <p:embed/>
                </p:oleObj>
              </mc:Choice>
              <mc:Fallback>
                <p:oleObj name="think-cell Folie" r:id="rId3" imgW="424" imgH="42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E3CFB0-E1A2-AD57-334A-967E2EE99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rIns="91440">
            <a:normAutofit/>
          </a:bodyPr>
          <a:lstStyle/>
          <a:p>
            <a:br>
              <a:rPr lang="de-DE" sz="4000" dirty="0"/>
            </a:br>
            <a:r>
              <a:rPr lang="de-DE" sz="4000" dirty="0"/>
              <a:t>Analyse der Auswirkung geopolitischer Konflikte auf Aktienindizes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45E622-F704-EFD3-A408-BB16330D11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1800" dirty="0"/>
              <a:t>Lorenz Chylka, Lukas Niessen, Leonard Reglin, Johannes Solbach</a:t>
            </a:r>
          </a:p>
        </p:txBody>
      </p:sp>
    </p:spTree>
    <p:extLst>
      <p:ext uri="{BB962C8B-B14F-4D97-AF65-F5344CB8AC3E}">
        <p14:creationId xmlns:p14="http://schemas.microsoft.com/office/powerpoint/2010/main" val="315354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377CB5-D4B8-2788-E288-9AAF447B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4D9157-5713-CB8D-0209-05B1D2512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2960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13C2B58-9726-4226-3CF1-C7109E3ADB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5896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4" imgH="425" progId="TCLayout.ActiveDocument.1">
                  <p:embed/>
                </p:oleObj>
              </mc:Choice>
              <mc:Fallback>
                <p:oleObj name="think-cell Folie" r:id="rId4" imgW="424" imgH="42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6455881-AB99-D442-257A-EB66E10F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fld id="{E9A06176-10F0-4E7B-BA6E-2050321B2965}" type="datetime'Agenda'">
              <a:rPr lang="de-DE" altLang="en-US" smtClean="0">
                <a:effectLst/>
              </a:rPr>
              <a:pPr/>
              <a:t>Agenda</a:t>
            </a:fld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A31329-C61E-CA19-C877-41A8368BA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5503863" y="2901950"/>
            <a:ext cx="1184275" cy="1054100"/>
          </a:xfrm>
          <a:prstGeom prst="rect">
            <a:avLst/>
          </a:prstGeom>
          <a:solidFill>
            <a:schemeClr val="accent1"/>
          </a:solidFill>
          <a:ln w="38100" cmpd="sng" algn="ctr">
            <a:solidFill>
              <a:schemeClr val="bg1"/>
            </a:solidFill>
          </a:ln>
          <a:effectLst/>
        </p:spPr>
        <p:txBody>
          <a:bodyPr vert="horz" wrap="none" lIns="142875" tIns="142875" rIns="0" bIns="142875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de-DE" altLang="en-US" b="1" dirty="0">
                <a:solidFill>
                  <a:schemeClr val="bg1"/>
                </a:solidFill>
                <a:effectLst/>
              </a:rPr>
              <a:t>Test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de-D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6138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.vYR.81GUXU9Ia9qK0ssw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Breitbild</PresentationFormat>
  <Paragraphs>4</Paragraphs>
  <Slides>3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think-cell Folie</vt:lpstr>
      <vt:lpstr> Analyse der Auswirkung geopolitischer Konflikte auf Aktienindizes</vt:lpstr>
      <vt:lpstr>PowerPoint-Präsentation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Reglin, Leonard</dc:creator>
  <cp:lastModifiedBy>Reglin, Leonard</cp:lastModifiedBy>
  <cp:revision>1</cp:revision>
  <dcterms:created xsi:type="dcterms:W3CDTF">2026-06-03T15:09:50Z</dcterms:created>
  <dcterms:modified xsi:type="dcterms:W3CDTF">2026-06-03T15:13:35Z</dcterms:modified>
</cp:coreProperties>
</file>